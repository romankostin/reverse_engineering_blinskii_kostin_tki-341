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3"/>
    <p:sldId id="259" r:id="rId4"/>
    <p:sldId id="264" r:id="rId5"/>
    <p:sldId id="265" r:id="rId6"/>
    <p:sldId id="261" r:id="rId7"/>
    <p:sldId id="266" r:id="rId8"/>
    <p:sldId id="262" r:id="rId9"/>
    <p:sldId id="267" r:id="rId10"/>
    <p:sldId id="263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715" y="62"/>
      </p:cViewPr>
      <p:guideLst>
        <p:guide orient="horz" pos="213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ABAB-6427-4B9E-8399-48B59C07591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428B-B5F5-44BE-BC5D-190819AAAAD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F0831-F742-4C06-9E27-1C04DF32830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F58F-05DE-4118-8F9E-A8A9E93E316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B77D-288C-4F19-9FB3-275672BEB2CE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0D0-5EF6-4A3E-8138-B1C32720C3E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9EBC4-33CE-4EC3-933F-3D532D5A2A23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FF4B-56F4-4572-99BF-3ADFAE1981C7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B03F-F2DF-4FFA-B5FB-7A260EC0625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A69B-13F4-4DA9-8CA3-9574ACEFBD8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D897-900D-442B-8612-A6F9C4C0E40A}" type="datetime1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24D65-6FB8-4426-8515-A68CCA00C145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Отчет по Лабораторной  работе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№6</a:t>
            </a:r>
            <a:endParaRPr lang="ru-RU" sz="4800" dirty="0"/>
          </a:p>
        </p:txBody>
      </p:sp>
      <p:sp>
        <p:nvSpPr>
          <p:cNvPr id="4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77840" y="4834255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Подготовили: Блынский Г. В.,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Костин Р. С. – студенты 3 курса ТКИ-341.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Проверили: Сидоренко Валентина Геннадиевна – проф., доктор технических наук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Сафронов Антон Игоревич – доцент, кандидат технических наук.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 </a:t>
            </a:r>
            <a:endParaRPr lang="ru-RU" sz="20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/>
        </p:nvSpPr>
        <p:spPr>
          <a:xfrm>
            <a:off x="-823595" y="74930"/>
            <a:ext cx="3618230" cy="6330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sz="3200" b="1" dirty="0"/>
              <a:t>Задание</a:t>
            </a:r>
            <a:endParaRPr lang="ru-RU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302726" y="6115511"/>
            <a:ext cx="466350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1 - Содежимое файла</a:t>
            </a:r>
            <a:r>
              <a:rPr lang="en-US" altLang="ru-RU" dirty="0"/>
              <a:t> test.txt</a:t>
            </a:r>
            <a:r>
              <a:rPr lang="ru-RU" dirty="0"/>
              <a:t> </a:t>
            </a:r>
            <a:endParaRPr lang="en-US" alt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275590" y="975995"/>
            <a:ext cx="9319895" cy="1171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/>
              <a:t>Написать регулярное выражение, которое будет выявлять телефонные номера</a:t>
            </a:r>
            <a:r>
              <a:rPr lang="ru-RU" altLang="en-US" sz="2400"/>
              <a:t> </a:t>
            </a:r>
            <a:r>
              <a:rPr lang="en-US" altLang="en-US" sz="2400"/>
              <a:t>из файла text</a:t>
            </a:r>
            <a:r>
              <a:rPr lang="en-US" altLang="ru-RU" sz="2400"/>
              <a:t>.txt.</a:t>
            </a:r>
            <a:endParaRPr lang="en-US" altLang="ru-RU" sz="2400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0580" y="2147570"/>
            <a:ext cx="5595620" cy="3968115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/>
        </p:nvSpPr>
        <p:spPr>
          <a:xfrm>
            <a:off x="142875" y="0"/>
            <a:ext cx="10323195" cy="11887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ru-RU" altLang="en-US" sz="3200" b="1" dirty="0"/>
              <a:t>Старый вариант используемых шаблон</a:t>
            </a:r>
            <a:endParaRPr lang="ru-RU" altLang="en-US" sz="3200" b="1" dirty="0"/>
          </a:p>
          <a:p>
            <a:pPr algn="l"/>
            <a:r>
              <a:rPr lang="ru-RU" altLang="en-US" sz="3200" b="1" dirty="0"/>
              <a:t> для поиска номеров телефона</a:t>
            </a:r>
            <a:endParaRPr lang="ru-RU" altLang="en-US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032000" y="1929901"/>
          <a:ext cx="8128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Шаблон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Пример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([+]\d{7,15})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+7937602, +79376023984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([+]\d{1,3}\s\d{1,4}\s\d{1,4}\s\d{1,4})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+7 937 602 3984, +79 37 6023 984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([+]\d{1,3}\s\d{1,4}\s\d{1,4}[-]\d{1,4})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dirty="0"/>
                        <a:t>+7 937 602-3984, +79 37 6023-984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([+]\d{1,3}[-]\d{1,4}[-]\d{1,4}[-]\d{1,4})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dirty="0"/>
                        <a:t>+7-937-602-3984, +79-37-6023-984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([+]\d{1,3}\s\(\d{1,4}\)\s\d{1,4}[-]\d{1,4})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dirty="0"/>
                        <a:t>+7 (937) 602-3984, +79 (37) 6023-984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/>
        </p:nvSpPr>
        <p:spPr>
          <a:xfrm>
            <a:off x="-633730" y="0"/>
            <a:ext cx="10323195" cy="6330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5000" lnSpcReduction="10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altLang="en-US" sz="3200" b="1" dirty="0"/>
              <a:t>Используемые шаблоны для поиска номеров телефона</a:t>
            </a:r>
            <a:endParaRPr lang="ru-RU" altLang="en-US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958850" y="2574925"/>
          <a:ext cx="1063752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18760"/>
                <a:gridCol w="53187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Шаблон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Пример</a:t>
                      </a:r>
                      <a:endParaRPr lang="ru-RU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altLang="ru-RU" dirty="0"/>
                        <a:t>\+\d{1,3}[\s-]?\(?\d{1,4}\)?[\s-]?\d{1,4}[\s-]?\d{1,4}</a:t>
                      </a:r>
                      <a:endParaRPr lang="en-US" alt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+7937602, +79376023984, </a:t>
                      </a:r>
                      <a:r>
                        <a:rPr lang="ru-RU" sz="1800" dirty="0">
                          <a:sym typeface="+mn-ea"/>
                        </a:rPr>
                        <a:t>+79 (37) 6023-984</a:t>
                      </a:r>
                      <a:endParaRPr lang="ru-RU" sz="1800" dirty="0"/>
                    </a:p>
                    <a:p>
                      <a:pPr algn="ctr"/>
                      <a:r>
                        <a:rPr lang="ru-RU" sz="1800" dirty="0">
                          <a:sym typeface="+mn-ea"/>
                        </a:rPr>
                        <a:t>+7-937-602-3984, +7 937 602 3984, +7 937 602-3984,</a:t>
                      </a:r>
                      <a:endParaRPr lang="ru-RU" sz="1800" dirty="0">
                        <a:sym typeface="+mn-ea"/>
                      </a:endParaRP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/>
        </p:nvSpPr>
        <p:spPr>
          <a:xfrm>
            <a:off x="-372110" y="0"/>
            <a:ext cx="5495290" cy="5581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altLang="ru-RU" sz="2400" b="1" dirty="0"/>
              <a:t>Код предыдущей версии прогаммы</a:t>
            </a:r>
            <a:endParaRPr lang="ru-RU" altLang="ru-RU" sz="2400" b="1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229360" y="902335"/>
            <a:ext cx="9733915" cy="50533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64246" y="5955491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2</a:t>
            </a:r>
            <a:r>
              <a:rPr lang="ru-RU" dirty="0"/>
              <a:t> - Код программы, выявляющей телефонные номера</a:t>
            </a:r>
            <a:endParaRPr lang="en-US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/>
        </p:nvSpPr>
        <p:spPr>
          <a:xfrm>
            <a:off x="-1694180" y="0"/>
            <a:ext cx="5495290" cy="5581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altLang="ru-RU" sz="2400" b="1" dirty="0"/>
              <a:t>Код прогаммы</a:t>
            </a:r>
            <a:endParaRPr lang="ru-RU" altLang="ru-R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764246" y="5955491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3</a:t>
            </a:r>
            <a:r>
              <a:rPr lang="ru-RU" dirty="0"/>
              <a:t> - Код программы, выявляющей телефонные номера</a:t>
            </a:r>
            <a:endParaRPr lang="en-US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21990" y="1193165"/>
            <a:ext cx="6198235" cy="4528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/>
        </p:nvSpPr>
        <p:spPr>
          <a:xfrm>
            <a:off x="0" y="0"/>
            <a:ext cx="5495290" cy="5581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altLang="ru-RU" sz="2400" b="1" dirty="0"/>
              <a:t>Запуск предыдущей версии программы</a:t>
            </a:r>
            <a:endParaRPr lang="ru-RU" altLang="ru-R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764246" y="5955491"/>
            <a:ext cx="466350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4</a:t>
            </a:r>
            <a:r>
              <a:rPr lang="ru-RU" dirty="0"/>
              <a:t> - Результат работы программы</a:t>
            </a:r>
            <a:endParaRPr lang="en-US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3275330" y="1096010"/>
            <a:ext cx="5640705" cy="4859655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/>
        </p:nvSpPr>
        <p:spPr>
          <a:xfrm>
            <a:off x="-1216660" y="0"/>
            <a:ext cx="5495290" cy="5581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altLang="ru-RU" sz="2400" b="1" dirty="0"/>
              <a:t>Запуск программы</a:t>
            </a:r>
            <a:endParaRPr lang="ru-RU" altLang="ru-R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764246" y="5955491"/>
            <a:ext cx="466350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5</a:t>
            </a:r>
            <a:r>
              <a:rPr lang="ru-RU" dirty="0"/>
              <a:t> - Результат работы программы</a:t>
            </a:r>
            <a:endParaRPr lang="en-US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5242560" y="558165"/>
            <a:ext cx="1632585" cy="5292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/>
        </p:nvSpPr>
        <p:spPr>
          <a:xfrm>
            <a:off x="1736090" y="1060450"/>
            <a:ext cx="8893810" cy="4436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endParaRPr lang="ru-RU" alt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данной работы были закреплены практические навыки разработки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регулярных выражений для решения задач автоматизированного сбора и обработки текстовой информации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Были разработаны шаблоны, корректно выделяющие номера телефонов, хранящиеся в файле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test.txt, 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записанных в различных форматах.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en-US" sz="2400" b="1" dirty="0"/>
          </a:p>
          <a:p>
            <a:endParaRPr lang="ru-RU" altLang="en-US" sz="24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1563</Words>
  <Application>WPS Presentation</Application>
  <PresentationFormat>Широкоэкранный</PresentationFormat>
  <Paragraphs>92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Times New Roman</vt:lpstr>
      <vt:lpstr>Microsoft YaHei</vt:lpstr>
      <vt:lpstr>Arial Unicode MS</vt:lpstr>
      <vt:lpstr>Calibri</vt:lpstr>
      <vt:lpstr>Office Theme</vt:lpstr>
      <vt:lpstr>Отчет по Лабораторной  работе №6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germa</cp:lastModifiedBy>
  <cp:revision>11</cp:revision>
  <dcterms:created xsi:type="dcterms:W3CDTF">2025-07-23T00:59:00Z</dcterms:created>
  <dcterms:modified xsi:type="dcterms:W3CDTF">2026-05-28T07:32:56Z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E9570D2E314C4FE9B5D2497FAA2293AB_13</vt:lpwstr>
  </property>
</Properties>
</file>