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9" r:id="rId4"/>
    <p:sldId id="258" r:id="rId5"/>
    <p:sldId id="260" r:id="rId6"/>
    <p:sldId id="262" r:id="rId7"/>
    <p:sldId id="266" r:id="rId8"/>
    <p:sldId id="263" r:id="rId9"/>
    <p:sldId id="264" r:id="rId10"/>
    <p:sldId id="265" r:id="rId11"/>
    <p:sldId id="267" r:id="rId12"/>
    <p:sldId id="268" r:id="rId1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686" y="77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8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Отчет по Лабораторной  работе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№5</a:t>
            </a:r>
            <a:endParaRPr lang="ru-RU" sz="4800" dirty="0"/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624830" y="489204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Подготовили: Блынский Г. В.,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Костин Р. С. – студенты 3 курса ТКИ-341.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Сафронов Антон Игоревич – доцент, кандидат технических наук.</a:t>
            </a: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360" y="173111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Запуск исследуемого файла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190365" y="5323205"/>
            <a:ext cx="381127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1 - Запуск запускаемого файла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448656-0484-4B19-B7C8-039765E6E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2009775"/>
            <a:ext cx="523875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63195" y="672465"/>
            <a:ext cx="4939030" cy="1044575"/>
          </a:xfrm>
        </p:spPr>
        <p:txBody>
          <a:bodyPr>
            <a:normAutofit fontScale="90000"/>
          </a:bodyPr>
          <a:lstStyle/>
          <a:p>
            <a:r>
              <a:rPr lang="ru-RU" altLang="ru-RU" sz="3200" b="1" dirty="0"/>
              <a:t>Исследование файла и нахождение основных функций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190365" y="5323205"/>
            <a:ext cx="4337050" cy="435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2 - Основные функции программы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2803525"/>
            <a:ext cx="344805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Дизассемблирование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867410" y="5226050"/>
            <a:ext cx="381127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3 - Начало дизассемблированного </a:t>
            </a:r>
            <a:r>
              <a:rPr lang="en-US" dirty="0"/>
              <a:t>main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" y="1810385"/>
            <a:ext cx="5880100" cy="323786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10385"/>
            <a:ext cx="5774055" cy="341566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16750" y="5226050"/>
            <a:ext cx="381127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4</a:t>
            </a:r>
            <a:r>
              <a:rPr lang="ru-RU" dirty="0"/>
              <a:t> - Конец дизассемблированного </a:t>
            </a:r>
            <a:r>
              <a:rPr lang="en-US" dirty="0"/>
              <a:t>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Дизассемблирование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3886200" y="5969000"/>
            <a:ext cx="441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5</a:t>
            </a:r>
            <a:r>
              <a:rPr lang="ru-RU" dirty="0"/>
              <a:t> - Дизассемблирование функции </a:t>
            </a:r>
            <a:r>
              <a:rPr lang="en-US" altLang="ru-RU" dirty="0"/>
              <a:t>getNumber()</a:t>
            </a: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560" y="837565"/>
            <a:ext cx="6532880" cy="5180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Дизассемблирование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5532120"/>
            <a:ext cx="4048760" cy="711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6</a:t>
            </a:r>
            <a:r>
              <a:rPr lang="ru-RU" dirty="0"/>
              <a:t> - Дизассемблирование </a:t>
            </a:r>
          </a:p>
          <a:p>
            <a:pPr algn="ctr"/>
            <a:r>
              <a:rPr lang="ru-RU" dirty="0"/>
              <a:t>функции </a:t>
            </a:r>
            <a:r>
              <a:rPr lang="en-US" altLang="ru-RU" dirty="0"/>
              <a:t>getSecondSide()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90" y="1545590"/>
            <a:ext cx="3772535" cy="398653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7665" y="1507490"/>
            <a:ext cx="3836670" cy="4104005"/>
          </a:xfrm>
          <a:prstGeom prst="rect">
            <a:avLst/>
          </a:prstGeom>
        </p:spPr>
      </p:pic>
      <p:sp>
        <p:nvSpPr>
          <p:cNvPr id="5" name="TextBox 7"/>
          <p:cNvSpPr txBox="1"/>
          <p:nvPr>
            <p:custDataLst>
              <p:tags r:id="rId2"/>
            </p:custDataLst>
          </p:nvPr>
        </p:nvSpPr>
        <p:spPr>
          <a:xfrm>
            <a:off x="3886200" y="5649595"/>
            <a:ext cx="4419600" cy="730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7</a:t>
            </a:r>
            <a:r>
              <a:rPr lang="ru-RU" dirty="0"/>
              <a:t> - Дизассемблирование </a:t>
            </a:r>
          </a:p>
          <a:p>
            <a:pPr algn="ctr"/>
            <a:r>
              <a:rPr lang="ru-RU" dirty="0"/>
              <a:t>функции </a:t>
            </a:r>
            <a:r>
              <a:rPr lang="en-US" altLang="ru-RU" dirty="0"/>
              <a:t>getSquare()</a:t>
            </a: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860" y="1581150"/>
            <a:ext cx="3663950" cy="4011295"/>
          </a:xfrm>
          <a:prstGeom prst="rect">
            <a:avLst/>
          </a:prstGeom>
        </p:spPr>
      </p:pic>
      <p:sp>
        <p:nvSpPr>
          <p:cNvPr id="9" name="TextBox 7"/>
          <p:cNvSpPr txBox="1"/>
          <p:nvPr>
            <p:custDataLst>
              <p:tags r:id="rId3"/>
            </p:custDataLst>
          </p:nvPr>
        </p:nvSpPr>
        <p:spPr>
          <a:xfrm>
            <a:off x="7930515" y="5649595"/>
            <a:ext cx="4419600" cy="730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8</a:t>
            </a:r>
            <a:r>
              <a:rPr lang="ru-RU" dirty="0"/>
              <a:t> - Дизассемблирование </a:t>
            </a:r>
          </a:p>
          <a:p>
            <a:pPr algn="ctr"/>
            <a:r>
              <a:rPr lang="ru-RU" dirty="0"/>
              <a:t>функции </a:t>
            </a:r>
            <a:r>
              <a:rPr lang="en-US" altLang="ru-RU" dirty="0"/>
              <a:t>getPerimeter()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602615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Дамп памяти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 dirty="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284605"/>
            <a:ext cx="5993130" cy="4288790"/>
          </a:xfrm>
          <a:prstGeom prst="rect">
            <a:avLst/>
          </a:prstGeom>
        </p:spPr>
      </p:pic>
      <p:sp>
        <p:nvSpPr>
          <p:cNvPr id="11" name="TextBox 7"/>
          <p:cNvSpPr txBox="1"/>
          <p:nvPr>
            <p:custDataLst>
              <p:tags r:id="rId1"/>
            </p:custDataLst>
          </p:nvPr>
        </p:nvSpPr>
        <p:spPr>
          <a:xfrm>
            <a:off x="3689985" y="5573395"/>
            <a:ext cx="441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9</a:t>
            </a:r>
            <a:r>
              <a:rPr lang="ru-RU" dirty="0"/>
              <a:t> - </a:t>
            </a:r>
            <a:r>
              <a:rPr lang="en-US" dirty="0"/>
              <a:t>hex </a:t>
            </a:r>
            <a:r>
              <a:rPr lang="ru-RU" dirty="0"/>
              <a:t>дамп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/>
              <a:t>Декомпилирование 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3886200" y="5969000"/>
            <a:ext cx="4419600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10</a:t>
            </a:r>
            <a:r>
              <a:rPr lang="ru-RU" dirty="0"/>
              <a:t> - Декомпилирование </a:t>
            </a:r>
            <a:r>
              <a:rPr lang="en-US" dirty="0"/>
              <a:t>main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090" y="1475740"/>
            <a:ext cx="7957185" cy="4398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Декомпилирование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3790315" y="5122545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11</a:t>
            </a:r>
            <a:r>
              <a:rPr lang="ru-RU" dirty="0"/>
              <a:t> - Декомпилирование </a:t>
            </a:r>
          </a:p>
          <a:p>
            <a:pPr algn="ctr"/>
            <a:r>
              <a:rPr lang="ru-RU" altLang="en-US" dirty="0"/>
              <a:t>функции </a:t>
            </a:r>
            <a:r>
              <a:rPr lang="en-US" altLang="en-US" dirty="0"/>
              <a:t>getNumber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115" y="2124710"/>
            <a:ext cx="9335770" cy="2997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-124069"/>
            <a:ext cx="4048125" cy="1015375"/>
          </a:xfrm>
        </p:spPr>
        <p:txBody>
          <a:bodyPr>
            <a:normAutofit/>
          </a:bodyPr>
          <a:lstStyle/>
          <a:p>
            <a:r>
              <a:rPr lang="ru-RU" sz="3200" b="1" dirty="0"/>
              <a:t>Декомпилирование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 dirty="0"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0" y="3907790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12</a:t>
            </a:r>
            <a:r>
              <a:rPr lang="ru-RU" dirty="0"/>
              <a:t> - Декомпилирование </a:t>
            </a:r>
          </a:p>
          <a:p>
            <a:pPr algn="ctr"/>
            <a:r>
              <a:rPr lang="ru-RU" altLang="en-US" dirty="0"/>
              <a:t>функции </a:t>
            </a:r>
            <a:r>
              <a:rPr lang="en-US" altLang="en-US" dirty="0"/>
              <a:t>getSecondSIde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20" y="3035300"/>
            <a:ext cx="3653155" cy="65151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7690" y="2955925"/>
            <a:ext cx="3987165" cy="825500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2921635"/>
            <a:ext cx="3395345" cy="673100"/>
          </a:xfrm>
          <a:prstGeom prst="rect">
            <a:avLst/>
          </a:prstGeom>
        </p:spPr>
      </p:pic>
      <p:sp>
        <p:nvSpPr>
          <p:cNvPr id="10" name="TextBox 7"/>
          <p:cNvSpPr txBox="1"/>
          <p:nvPr>
            <p:custDataLst>
              <p:tags r:id="rId2"/>
            </p:custDataLst>
          </p:nvPr>
        </p:nvSpPr>
        <p:spPr>
          <a:xfrm>
            <a:off x="4123690" y="3907790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13</a:t>
            </a:r>
            <a:r>
              <a:rPr lang="ru-RU" dirty="0"/>
              <a:t> - Декомпилирование </a:t>
            </a:r>
          </a:p>
          <a:p>
            <a:pPr algn="ctr"/>
            <a:r>
              <a:rPr lang="ru-RU" altLang="en-US" dirty="0"/>
              <a:t>функции </a:t>
            </a:r>
            <a:r>
              <a:rPr lang="en-US" altLang="en-US" dirty="0"/>
              <a:t>getSquare</a:t>
            </a:r>
          </a:p>
        </p:txBody>
      </p:sp>
      <p:sp>
        <p:nvSpPr>
          <p:cNvPr id="11" name="TextBox 7"/>
          <p:cNvSpPr txBox="1"/>
          <p:nvPr>
            <p:custDataLst>
              <p:tags r:id="rId3"/>
            </p:custDataLst>
          </p:nvPr>
        </p:nvSpPr>
        <p:spPr>
          <a:xfrm>
            <a:off x="8002905" y="3974465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14</a:t>
            </a:r>
            <a:r>
              <a:rPr lang="ru-RU" dirty="0"/>
              <a:t> - Декомпилирование </a:t>
            </a:r>
          </a:p>
          <a:p>
            <a:pPr algn="ctr"/>
            <a:r>
              <a:rPr lang="ru-RU" altLang="en-US" dirty="0"/>
              <a:t>функции </a:t>
            </a:r>
            <a:r>
              <a:rPr lang="en-US" altLang="en-US" dirty="0"/>
              <a:t>getPerimeter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20345" y="154061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Восстановленный код</a:t>
            </a:r>
            <a:br>
              <a:rPr lang="ru-RU" sz="3200" b="1" dirty="0"/>
            </a:br>
            <a:r>
              <a:rPr lang="ru-RU" sz="3200" b="1" dirty="0"/>
              <a:t>программы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 dirty="0"/>
          </a:p>
        </p:txBody>
      </p:sp>
      <p:sp>
        <p:nvSpPr>
          <p:cNvPr id="11" name="TextBox 7"/>
          <p:cNvSpPr txBox="1"/>
          <p:nvPr>
            <p:custDataLst>
              <p:tags r:id="rId1"/>
            </p:custDataLst>
          </p:nvPr>
        </p:nvSpPr>
        <p:spPr>
          <a:xfrm>
            <a:off x="637540" y="3274060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15</a:t>
            </a:r>
            <a:r>
              <a:rPr lang="ru-RU" dirty="0"/>
              <a:t> - Восстановленный </a:t>
            </a:r>
          </a:p>
          <a:p>
            <a:pPr algn="ctr"/>
            <a:r>
              <a:rPr lang="ru-RU" dirty="0"/>
              <a:t>изначальный код</a:t>
            </a: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645" y="272415"/>
            <a:ext cx="5092065" cy="6313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5972175" cy="1156970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Пример работы восстановленного кода программы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40" y="2429510"/>
            <a:ext cx="3195320" cy="1998345"/>
          </a:xfrm>
          <a:prstGeom prst="rect">
            <a:avLst/>
          </a:prstGeom>
        </p:spPr>
      </p:pic>
      <p:sp>
        <p:nvSpPr>
          <p:cNvPr id="4" name="TextBox 7"/>
          <p:cNvSpPr txBox="1"/>
          <p:nvPr>
            <p:custDataLst>
              <p:tags r:id="rId1"/>
            </p:custDataLst>
          </p:nvPr>
        </p:nvSpPr>
        <p:spPr>
          <a:xfrm>
            <a:off x="3790315" y="4427855"/>
            <a:ext cx="4610735" cy="65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</a:t>
            </a:r>
            <a:r>
              <a:rPr lang="en-US" altLang="ru-RU" dirty="0"/>
              <a:t>16</a:t>
            </a:r>
            <a:r>
              <a:rPr lang="ru-RU" dirty="0"/>
              <a:t> - Запуск</a:t>
            </a:r>
          </a:p>
          <a:p>
            <a:pPr algn="ctr"/>
            <a:r>
              <a:rPr lang="ru-RU" dirty="0"/>
              <a:t>востановленного кода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45,&quot;left&quot;:6.8,&quot;top&quot;:142.55,&quot;width&quot;:923.0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197</Words>
  <Application>Microsoft Office PowerPoint</Application>
  <PresentationFormat>Широкоэкранный</PresentationFormat>
  <Paragraphs>53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微软雅黑</vt:lpstr>
      <vt:lpstr>Arial</vt:lpstr>
      <vt:lpstr>Calibri</vt:lpstr>
      <vt:lpstr>Calibri Light</vt:lpstr>
      <vt:lpstr>Times New Roman</vt:lpstr>
      <vt:lpstr>Office Theme</vt:lpstr>
      <vt:lpstr>Отчет по Лабораторной  работе №5</vt:lpstr>
      <vt:lpstr>Запуск исследуемого файла</vt:lpstr>
      <vt:lpstr>Исследование файла и нахождение основных функций</vt:lpstr>
      <vt:lpstr>Дизассемблирование </vt:lpstr>
      <vt:lpstr>Дизассемблирование </vt:lpstr>
      <vt:lpstr>Дизассемблирование </vt:lpstr>
      <vt:lpstr>Дамп памяти </vt:lpstr>
      <vt:lpstr>Декомпилирование </vt:lpstr>
      <vt:lpstr>Декомпилирование </vt:lpstr>
      <vt:lpstr>Декомпилирование </vt:lpstr>
      <vt:lpstr>Восстановленный код программы </vt:lpstr>
      <vt:lpstr>Пример работы восстановленного кода программы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Lomanror Kostin</cp:lastModifiedBy>
  <cp:revision>7</cp:revision>
  <dcterms:created xsi:type="dcterms:W3CDTF">2025-07-23T00:59:00Z</dcterms:created>
  <dcterms:modified xsi:type="dcterms:W3CDTF">2026-04-30T08:11:56Z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E9570D2E314C4FE9B5D2497FAA2293AB_13</vt:lpwstr>
  </property>
</Properties>
</file>